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Connectivity Management Platform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面向物联网连接分销的 CMP Reseller 平台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客户介绍材料  ·  商业模式 · 架构 · 核心能力 · 推荐流程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 |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444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平台价值与定位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14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25420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支持的商业模式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6118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36393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多租户与组织角色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7091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47365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系统架构概览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09360" y="118872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4173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06640" y="1444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上游集成与下游推送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09360" y="228600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514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06640" y="25420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核心功能模块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09360" y="338328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6118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06640" y="36393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推荐端到端业务流程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09360" y="448056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47091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406640" y="47365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安全、审计与总结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平台价值：连接分销的运营中枢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帮助代理商（Reseller）统一管理上游连接资源，并向企业客户提供可运营的连接与资费服务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API 与 Portal 双通道交付：对接现有业务系统，同时支持日常运营操作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SIM 全生命周期、产品与资费、用量批价、出账、告警与审计，形成闭环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多租户隔离与细粒度权限，满足渠道与企业客户并存的商业结构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可扩展的上游适配能力，降低对接不同供应商 / 运营商 CMP 的成本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定位：API-first 的 Reseller CMP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5760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65760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618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对代理商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2918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统一库存与客户视图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灵活组装产品包与资费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批价与出账可追溯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白标与渠道运营能力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188720"/>
            <a:ext cx="365760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188720"/>
            <a:ext cx="365760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2618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对企业客户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1737360"/>
            <a:ext cx="32918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按权限使用连接资产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用量与告警可视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账单与调账清晰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事件对接业务系统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18872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188720"/>
            <a:ext cx="356616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2618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对平台运营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1737360"/>
            <a:ext cx="32004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主数据与集成配置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全局审计与任务编排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供应商健康与对账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安全的凭证与租户治理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支持的商业模式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平台统一以「供应商 + 运营商 + 上游集成」描述上游能力，租户树从代理商开始向下展开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两种常见供应链形态均可落地，且在系统中保持一致的主数据建模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代理商可同时服务多家企业客户；企业下可再分子部门 / 项目进行授权隔离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112471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统一原则：供应商 / 运营商 / 上游集成 = 平台主数据；RESELLER → ENTERPRISE → DEPARTMENT = 业务租户树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 A：运营商 CMP 即上游对接对象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上游「供应商」与运营商身份在业务上合一，但系统仍显式维护供应商与运营商实体及关联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链路：运营商 CMP（供应商）→ 本平台（Reseller System）→ 企业 Portal / API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适合：直接向运营商采购连接、渠道侧快速开户与分销的场景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价值：缩短对接路径，同时保留标准主数据，便于后续扩展多运营商覆盖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B1F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运营商 CMP  ──►  IoT CMP Reseller  ──►  企业客户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 B：独立供应商 CMP 聚合底层运营商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供应商为独立实体，其侧对接一个或多个运营商 CMP；代理商主要对接供应商 CMP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链路：运营商 CMP → 供应商 CMP → 本平台 → 企业客户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适合：多运营商覆盖、供应商集中供货与结算的渠道结构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平台通过供应商—运营商关联与上游集成配置，清晰表达「向谁下发、按谁计费」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B1F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运营商  →  供应商 CMP  →  IoT CMP Reseller  →  企业客户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多租户与角色：渠道与客户分层治理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365760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161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租户树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代理商 RESELLER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 ENTERPRISE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部门 / 项目 DEPARTMENT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数据默认最小可见、最小可操作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14300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143000"/>
            <a:ext cx="365760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2161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代理商侧角色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169164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管理员：全域运营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销售总监 / 销售：按分配企业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财务：账务只读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143000"/>
            <a:ext cx="356616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2161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企业侧与平台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169164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企业管理员 / 运维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平台管理员：初始化与全局运维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API Key / 令牌接入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系统架构概览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形态：API-first 模块化单体 — 路由 / 服务 / 上游适配 / 中间件分层清晰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对外：REST API（OpenAPI）+ Swagger，Portal 与第三方系统共用同一契约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对内：异步 Jobs / Worker（开通、用量同步、批价、出账、告警、Webhook 投递等）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数据：多租户业务库（组织、SIM、产品、用量、账单、事件、审计）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集成：Vendor SPI + 上游集成配置（凭证加密），支持入站 Webhook 与出站事件推送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逻辑分层（商务可读）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0B1F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体验与接入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0" y="1417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· 企业 / 代理商运营台 · 合作方 API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业务能力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606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· 产品资费 · 订阅 · 用量批价 · 账单 · 告警 · 报表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0B1F3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94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编排与集成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794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/ Worker · 上游 Adapter · 入站 / 出站 Webhook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983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数据与安全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4983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租户隔离 · RBAC · 审计 · 凭证加密 · 事件留痕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与上游系统集成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按「供应商 + 运营商」配置上游集成：端点、适配器类型、API 凭证与 Webhook 密钥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凭证采用应用层加密保管，避免明文落库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典型能力：SIM 状态变更下发、用量 / 诊断查询、批量同步任务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入站 Webhook：接收上游异步通知，进入统一目录与分发逻辑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能力矩阵按适配器声明：上游全量 / 部分 / 本地拼装 / 不支持，避免虚假承诺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向下游推送：事件与 Webhook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0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1615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业务事件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状态变更、任务完成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企业状态、账单相关事件等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可供门户订阅与审计追溯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21615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出站 Webhook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69164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代理商 / 企业可订阅事件类型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失败重试与投递记录可查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支持人工重试（授权角色）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与告警投递通道可协同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核心功能模块总览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组织与权限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租户 · 用户 · RBAC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23444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主数据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 · 运营商 · 公共信息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74920" y="123444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资产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6636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入库 · 生命周期 · 诊断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123444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产品与资费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价计划 · 网络档案 · 产品包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38360" y="123444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2980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298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开通 · 变更 · 取消编排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61188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用量与批价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663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日汇总 · Rating · 月固化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0" y="361188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834640" y="4663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出账 · 发布 · 调账 · 催收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74920" y="361188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告警与报表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66360" y="4663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 · 投递 · 经营分析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06640" y="361188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98080" y="4663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上游 · 出入站 Webhook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738360" y="361188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2980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任务与审计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829800" y="4663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· 审计日志 · 可观测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模块：SIM 资产与生命周期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以物理 SIM 为主线：入库、查询、分配企业、状态变更、导出与审计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状态涵盖库存、测试就绪、激活、停用、拆机等关键节点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关键变更可异步下发上游，任务状态可追踪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诊断能力：连接状态、拜访网络等（按上游能力矩阵组合本地与上游数据）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eSIM Profile 提供轻量管理，与物理 SIM 生命周期编排解耦（V1.1）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模块：产品、资费与装配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可复用能力（代理商级）：网络档案、运营商服务、商务条款、控制策略等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敏感资费（企业级）：Price Plan 按企业定制，保障价格隔离与合规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产品包（Package）是唯一装配点：绑定企业 + 资费 + 网络 / 条款等一次性交付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发布与停用流程清晰，避免草稿资费误用于生产计费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Fallback 产品映射：无有效订阅时仍可按约定规则批价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模块：订阅与开通编排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订阅将 SIM 与产品包关联，形成计费与上游开通的业务契约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开通任务可映射上游产品，失败可追踪、可重试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支持预约取消等生命周期操作，降低人工差错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SIM 状态、批价范围联动，保证「卡上有什么、怎么计费」一致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模块：用量、批价与月度固化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365760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161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日汇总（事实）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usage_daily_summary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× 日 × 拜访网络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上游同步 / 迟到 CDR 写入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14300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143000"/>
            <a:ext cx="365760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2161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Rating（批价）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169164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rating_results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回写包内 / OOP 分类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可手工或定时重跑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与出账任务解耦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143000"/>
            <a:ext cx="356616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2161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月汇总（固化）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169164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按自然月快照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服务经营报表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不替代套餐配额账本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模块：出账、发布与调账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出账任务基于批价结果生成账单及明细，状态从生成到发布可控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支持账单查询、导出与支付登记等运营动作（按权限）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调账单（CREDIT / DEBIT）支持审批与下期结算，应对迟到话单与争议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催收 / 欠费相关能力可与企业状态、业务策略协同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强调可追溯：calculationId、明细行与用量事实可对齐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模块：告警、诊断与报表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0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1615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告警与诊断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多层规则配置（平台 / 代理商 / 企业）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池用量、静默卡、拜访异常、话单延迟等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投递记录与确认处理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诊断与上游能力对齐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0DCE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21615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经营报表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69164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汇总与拜访地分布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用量趋势（企业 / MCC）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高用量与异常 SIM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完整自然月可读月表加速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推荐业务流程总览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1143000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0B1F33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252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主数据与上游集成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1828800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9385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产品包与资费配置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514600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0B1F33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6243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SIM 入库与分配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200400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3310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订阅开通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886200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0B1F33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39959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用量接入与批价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4572000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4681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出账与发布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71600" y="5257800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0B1F33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53675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告警、审计与报表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流程①：加载供应商、运营商与上游集成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 / 维护供应商与运营商，建立多对多关联（覆盖哪些网络）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配置上游集成：选择适配器、填写连接与凭证、验证连通性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按需订阅入站 Webhook 事件，确保异步通知可达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补齐公共信息目录（如 MCC/MNC 参考），服务拜访地展示与分析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输出标准：主数据完整、集成可用，方可进入规模化开卡与计费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流程②：产品包与资费配置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在代理商域准备可复用网络 / 服务 / 条款模块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为企业创建并发布 Price Plan（草稿 → 发布）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组装 Package：绑定企业、资费与必要网络服务，完成发布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按需配置 Rating Fallback，覆盖「有用量无订阅」边界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输出标准：可售产品包清单清晰，价格与规则可审计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流程③：SIM 开通、CDR / 用量与批价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入库并分配企业 → 创建订阅并触发开通任务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用量经上游同步或话单导入写入日汇总（含拜访网络维度）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 Rating 任务：生成批价明细并回写分类用量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迟到 CDR：先更新日汇总，再重跑 Rating，必要时走调账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自然月结束后固化月汇总，支撑经营报表（与出账解耦）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流程④：出账与发布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账期结束且批价就绪后，发起出账任务生成账单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业务审核无误后发布账单，开放给企业侧查询 / 下载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登记收款或处理欠费策略，保持财务与运营状态一致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若有争议或迟到话单，通过调账单纳入后续结算周期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输出标准：账单可解释、可导出、状态可追踪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流程⑤：告警、审计与持续运营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配置平台 / 代理商 / 企业告警规则与投递通道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周期评估并生成告警实例，支持确认与处理闭环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关键操作写入审计日志（谁、在何时、对何对象、做了什么）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结合报表与对账任务，持续优化资费、库存与上游质量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输出标准：异常可发现、操作可追责、经营可复盘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安全、合规与可信运营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租户与权限双隔离，企业侧默认不暴露渠道商业机密字段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上游凭证加密存储；管理接口与业务接口分权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幂等键与任务状态机降低重复出账 / 重复开通风险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事件、审计、投递记录构成完整证据链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契约驱动，便于客户安全评估与对接验收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总结：为什么选择本平台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一套系统覆盖「进货—分销—计费—运营」全链路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兼容运营商直连与供应商聚合两种商业模式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批价与出账可追溯，迟到话单有明确处置路径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上下游集成与事件推送就绪，易于嵌入客户生态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多租户、审计与 API 契约，满足企业级交付期望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|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谢谢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欢迎进一步交流试点范围、对接清单与实施路径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CMP Reseller Platform  ·  V1.1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CMP Reseller Platform — Customer Brief</dc:title>
  <dc:subject>Business introduction to IoT Connectivity Management Platform for Resellers</dc:subject>
  <dc:creator>IoT CMP</dc:creator>
  <cp:lastModifiedBy>IoT CMP</cp:lastModifiedBy>
  <cp:revision>1</cp:revision>
  <dcterms:created xsi:type="dcterms:W3CDTF">2026-08-12T03:17:26Z</dcterms:created>
  <dcterms:modified xsi:type="dcterms:W3CDTF">2026-08-12T03:17:26Z</dcterms:modified>
</cp:coreProperties>
</file>